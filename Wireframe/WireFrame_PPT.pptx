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F23"/>
    <a:srgbClr val="9091E7"/>
    <a:srgbClr val="FFFFFF"/>
    <a:srgbClr val="131517"/>
    <a:srgbClr val="2F3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9BC3-D685-008D-5C70-29194F538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0E821-DCC3-D1CF-0F77-46C7BC094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683BB-0AE5-C609-E971-DF0F610A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D9753-7076-6458-0C20-85F6DDDD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9A632-E406-2D7F-9EA8-4212FE2D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2642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2194-7395-7A75-56A7-860ED887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AC127-DFDE-76FD-D2CC-8830F1EB0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E359E-9A6A-F6C9-B596-6EE68FEB1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41B58-F93C-0CA3-C79F-3A40687B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5E6B-283E-7B95-1E44-6BBC7068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1138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35A2-36D5-903B-F0DD-603EDC38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62D73-E5DB-0A42-8FB0-75C937F4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EB0B-DF64-32A2-C1DD-1C10109A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6460-0320-2C28-AB17-4E65BA08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8662-672D-72DD-FAF7-520A7B059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28440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DEB5-D27A-00BF-0F23-02562F494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E9855-2D74-6567-7D41-392378F20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5CE55-AD8C-8C30-34D7-09BD26F3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BC622-FD42-3E20-34FA-81F5329D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B012C-E011-4E6C-1E2D-F98641B5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632E8-1024-14A8-7AF6-0559DD3B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3490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E6AE-281E-7410-79C5-53E9AA92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AC912-2575-A7AC-2606-A1CD17AA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C74D9-5451-7D60-31CD-FD017FA4D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F7D0C-48B1-B6D6-BD42-FDA7C90C5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6279B-8BB2-6EE3-E530-530492B96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39170-432E-3B3E-7D43-B8BB64F3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37FF1-33FF-C5BD-257D-03A3F9FD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1B262-87A7-EE20-CEC0-6C135023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191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6395-E618-5BEA-020D-4B0724C8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C5642-26F3-DCA8-BCBE-0F0D1F08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2C391-F683-2414-CB82-8D73B452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56D50-6932-CC77-F501-CF50388C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5515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EFAB5-653A-B37F-B323-240071B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AD2AA-1D17-7468-6D53-6F6DBA18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346F8-C918-991B-CBCC-8B6F0805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0574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9B7C-E0A2-F3B6-34D4-B09C5E3D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1903E-30BF-FE04-CCF9-EF25376D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B896C-7F27-363A-301A-CBFD4CF9B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BA15-364B-72AD-FED7-94B4F7A3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0123F-72D4-AD9B-F7AD-578776BF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5D780-258B-FB5D-04B2-56FB2C48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7367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071B-FEB5-3915-9A06-3CBB638F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069C-E5D8-60B1-85F2-141E1E767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5E3B0-FB5B-D462-B927-40BD30055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3500D-0DFC-31F8-8B1F-032018E5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31F76-31B7-E291-71EF-CF694B62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96FF4-A8E4-DAA2-6A63-A368748C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7874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1582-72E3-D424-754C-B73DAD79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1DFEE-30F4-3ECF-7548-20C7494E4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54175-3D3F-DF10-A8D6-EA5A58E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2AC61-3FB6-A697-2584-59E2B3AF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D5E70-0902-7651-7662-6EF2139F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545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E8A51-5DAC-D87E-962B-5EA46D268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A9344-0A8E-18AE-FC04-BC4F1FD7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6DA06-AF33-2475-2D76-DEC58AF0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A6CC4-8DC2-6CC0-7A2A-AE8DE67D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EE45-BE96-08D0-F374-3CC81EB7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0572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2FBD6-AFE8-3791-088D-AC0A87AB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6D8A3-60F5-2378-CA7F-4A47885B3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DD5D6-045B-A8BD-F6DF-AA5E80B40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84884-F07F-4B06-861C-2569BE203360}" type="datetimeFigureOut">
              <a:rPr lang="en-NG" smtClean="0"/>
              <a:t>15/12/2025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7785A-5C4A-8B83-7F2C-94B2E83A1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5310C-B329-633A-2F0C-65EB89F33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6A95E-09C8-41F3-875D-E047E5E1A3C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376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2AD0B0-A368-8D3D-5C0B-D0045C00A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36" y="0"/>
            <a:ext cx="9387728" cy="6858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133557-59E1-21F2-5CD9-536E95F42A32}"/>
              </a:ext>
            </a:extLst>
          </p:cNvPr>
          <p:cNvSpPr/>
          <p:nvPr/>
        </p:nvSpPr>
        <p:spPr>
          <a:xfrm>
            <a:off x="160256" y="1244338"/>
            <a:ext cx="1046375" cy="801278"/>
          </a:xfrm>
          <a:prstGeom prst="roundRect">
            <a:avLst/>
          </a:prstGeom>
          <a:solidFill>
            <a:srgbClr val="1E1F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4772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8BA2DBA-C218-CA9C-A8E3-3D2ED70FC6C9}"/>
              </a:ext>
            </a:extLst>
          </p:cNvPr>
          <p:cNvGrpSpPr/>
          <p:nvPr/>
        </p:nvGrpSpPr>
        <p:grpSpPr>
          <a:xfrm>
            <a:off x="0" y="-2"/>
            <a:ext cx="12192000" cy="6858001"/>
            <a:chOff x="0" y="-2"/>
            <a:chExt cx="12192000" cy="685800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4EF6E41-A01D-8117-0D63-E8D01DB274CD}"/>
                </a:ext>
              </a:extLst>
            </p:cNvPr>
            <p:cNvSpPr/>
            <p:nvPr/>
          </p:nvSpPr>
          <p:spPr>
            <a:xfrm>
              <a:off x="0" y="-2"/>
              <a:ext cx="12192000" cy="6858001"/>
            </a:xfrm>
            <a:prstGeom prst="roundRect">
              <a:avLst>
                <a:gd name="adj" fmla="val 2977"/>
              </a:avLst>
            </a:prstGeom>
            <a:solidFill>
              <a:srgbClr val="1E1F2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5D45715-CE0E-DE54-C298-0284D51D2E78}"/>
                </a:ext>
              </a:extLst>
            </p:cNvPr>
            <p:cNvSpPr/>
            <p:nvPr/>
          </p:nvSpPr>
          <p:spPr>
            <a:xfrm>
              <a:off x="2152072" y="175491"/>
              <a:ext cx="10039927" cy="6474691"/>
            </a:xfrm>
            <a:prstGeom prst="roundRect">
              <a:avLst>
                <a:gd name="adj" fmla="val 1840"/>
              </a:avLst>
            </a:prstGeom>
            <a:solidFill>
              <a:srgbClr val="1315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31B8352-FE1C-09FD-962F-10589F253F9C}"/>
                </a:ext>
              </a:extLst>
            </p:cNvPr>
            <p:cNvSpPr/>
            <p:nvPr/>
          </p:nvSpPr>
          <p:spPr>
            <a:xfrm>
              <a:off x="2238457" y="595747"/>
              <a:ext cx="2278978" cy="1482436"/>
            </a:xfrm>
            <a:prstGeom prst="round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D74C9F4-7753-82FB-E29B-C8AAC1EDA620}"/>
                </a:ext>
              </a:extLst>
            </p:cNvPr>
            <p:cNvSpPr/>
            <p:nvPr/>
          </p:nvSpPr>
          <p:spPr>
            <a:xfrm>
              <a:off x="4689430" y="595747"/>
              <a:ext cx="2278978" cy="1482436"/>
            </a:xfrm>
            <a:prstGeom prst="roundRect">
              <a:avLst/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D6B57AE-8B25-B1A4-C23B-1CF55C9B11F4}"/>
                </a:ext>
              </a:extLst>
            </p:cNvPr>
            <p:cNvSpPr/>
            <p:nvPr/>
          </p:nvSpPr>
          <p:spPr>
            <a:xfrm>
              <a:off x="7107806" y="595747"/>
              <a:ext cx="2278981" cy="1482436"/>
            </a:xfrm>
            <a:prstGeom prst="roundRect">
              <a:avLst/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E697DB2-6902-BBF6-1691-2092458D3630}"/>
                </a:ext>
              </a:extLst>
            </p:cNvPr>
            <p:cNvSpPr/>
            <p:nvPr/>
          </p:nvSpPr>
          <p:spPr>
            <a:xfrm>
              <a:off x="9558779" y="595747"/>
              <a:ext cx="2365366" cy="1482436"/>
            </a:xfrm>
            <a:prstGeom prst="roundRect">
              <a:avLst/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3A5C0FB-FD55-BCB4-9DCE-5D7473D12A1B}"/>
                </a:ext>
              </a:extLst>
            </p:cNvPr>
            <p:cNvSpPr/>
            <p:nvPr/>
          </p:nvSpPr>
          <p:spPr>
            <a:xfrm>
              <a:off x="2243579" y="2184402"/>
              <a:ext cx="7143208" cy="2160000"/>
            </a:xfrm>
            <a:prstGeom prst="roundRect">
              <a:avLst>
                <a:gd name="adj" fmla="val 6193"/>
              </a:avLst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DC2A1E9-9485-D2D2-CDF5-7EB60774984C}"/>
                </a:ext>
              </a:extLst>
            </p:cNvPr>
            <p:cNvSpPr/>
            <p:nvPr/>
          </p:nvSpPr>
          <p:spPr>
            <a:xfrm>
              <a:off x="2243579" y="4450621"/>
              <a:ext cx="4724828" cy="2160000"/>
            </a:xfrm>
            <a:prstGeom prst="roundRect">
              <a:avLst>
                <a:gd name="adj" fmla="val 6193"/>
              </a:avLst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B0A77D-8B32-838C-44CD-84BA93D57BEC}"/>
                </a:ext>
              </a:extLst>
            </p:cNvPr>
            <p:cNvSpPr/>
            <p:nvPr/>
          </p:nvSpPr>
          <p:spPr>
            <a:xfrm>
              <a:off x="7107810" y="4450621"/>
              <a:ext cx="4816335" cy="2160000"/>
            </a:xfrm>
            <a:prstGeom prst="roundRect">
              <a:avLst>
                <a:gd name="adj" fmla="val 6193"/>
              </a:avLst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25DCC75-A59E-2096-D76D-FE0FA7D2ACAB}"/>
                </a:ext>
              </a:extLst>
            </p:cNvPr>
            <p:cNvSpPr/>
            <p:nvPr/>
          </p:nvSpPr>
          <p:spPr>
            <a:xfrm>
              <a:off x="9558779" y="2184402"/>
              <a:ext cx="2365366" cy="2160000"/>
            </a:xfrm>
            <a:prstGeom prst="roundRect">
              <a:avLst>
                <a:gd name="adj" fmla="val 6193"/>
              </a:avLst>
            </a:prstGeom>
            <a:solidFill>
              <a:srgbClr val="1E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</p:grpSp>
    </p:spTree>
    <p:extLst>
      <p:ext uri="{BB962C8B-B14F-4D97-AF65-F5344CB8AC3E}">
        <p14:creationId xmlns:p14="http://schemas.microsoft.com/office/powerpoint/2010/main" val="400350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Quzeem Olamide</dc:creator>
  <cp:lastModifiedBy>Quzeem Olamide</cp:lastModifiedBy>
  <cp:revision>1</cp:revision>
  <dcterms:created xsi:type="dcterms:W3CDTF">2025-12-15T07:47:46Z</dcterms:created>
  <dcterms:modified xsi:type="dcterms:W3CDTF">2025-12-15T22:29:43Z</dcterms:modified>
</cp:coreProperties>
</file>